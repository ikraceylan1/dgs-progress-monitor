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2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1070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5041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7658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839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048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509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977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801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6562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305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9707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946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EF5A1-8E75-4FE0-A526-94F61C20D069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5E9B9-18C1-4E0E-AA71-0A4080AA0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081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/>
          <p:cNvSpPr txBox="1">
            <a:spLocks/>
          </p:cNvSpPr>
          <p:nvPr/>
        </p:nvSpPr>
        <p:spPr>
          <a:xfrm>
            <a:off x="126023" y="1272023"/>
            <a:ext cx="6749563" cy="1661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Dgs</a:t>
            </a:r>
            <a:r>
              <a:rPr lang="tr-TR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Hazırlık ve Takip Sistemi</a:t>
            </a:r>
            <a:endParaRPr lang="tr-TR" sz="4800" dirty="0"/>
          </a:p>
        </p:txBody>
      </p:sp>
      <p:cxnSp>
        <p:nvCxnSpPr>
          <p:cNvPr id="6" name="Düz Bağlayıcı 5"/>
          <p:cNvCxnSpPr/>
          <p:nvPr/>
        </p:nvCxnSpPr>
        <p:spPr>
          <a:xfrm>
            <a:off x="308348" y="4957022"/>
            <a:ext cx="1" cy="14331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Metin kutusu 6"/>
          <p:cNvSpPr txBox="1"/>
          <p:nvPr/>
        </p:nvSpPr>
        <p:spPr>
          <a:xfrm>
            <a:off x="308346" y="4957019"/>
            <a:ext cx="4199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İkra Ceylan</a:t>
            </a:r>
          </a:p>
          <a:p>
            <a:r>
              <a:rPr lang="tr-TR" sz="2000" dirty="0"/>
              <a:t>No:360125030</a:t>
            </a:r>
          </a:p>
        </p:txBody>
      </p:sp>
      <p:sp>
        <p:nvSpPr>
          <p:cNvPr id="8" name="Dikdörtgen 7"/>
          <p:cNvSpPr/>
          <p:nvPr/>
        </p:nvSpPr>
        <p:spPr>
          <a:xfrm>
            <a:off x="308344" y="5598041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2000" b="1" dirty="0"/>
              <a:t>Marmara Üniversitesi</a:t>
            </a:r>
          </a:p>
          <a:p>
            <a:r>
              <a:rPr lang="tr-TR" sz="2000" b="1" dirty="0"/>
              <a:t>Bilgisayar Programcılığı</a:t>
            </a:r>
          </a:p>
        </p:txBody>
      </p:sp>
      <p:pic>
        <p:nvPicPr>
          <p:cNvPr id="1032" name="Picture 8" descr="https://i.pinimg.com/736x/2e/5b/99/2e5b998ab315d63f2f659e5efa20369a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4" b="14580"/>
          <a:stretch/>
        </p:blipFill>
        <p:spPr bwMode="auto">
          <a:xfrm>
            <a:off x="6957848" y="15766"/>
            <a:ext cx="5234152" cy="684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68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536028" y="578068"/>
            <a:ext cx="364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 smtClean="0"/>
              <a:t>Projenin Amacı </a:t>
            </a:r>
            <a:endParaRPr lang="tr-TR" sz="3600" b="1" dirty="0"/>
          </a:p>
        </p:txBody>
      </p:sp>
      <p:sp>
        <p:nvSpPr>
          <p:cNvPr id="9" name="Metin kutusu 8"/>
          <p:cNvSpPr txBox="1"/>
          <p:nvPr/>
        </p:nvSpPr>
        <p:spPr>
          <a:xfrm>
            <a:off x="451945" y="1755228"/>
            <a:ext cx="6411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smtClean="0"/>
              <a:t>Kağıt Karmaşasını Bitirmek:</a:t>
            </a:r>
            <a:r>
              <a:rPr lang="tr-TR" smtClean="0"/>
              <a:t> DGS hazırlık sürecindeki dağınık takip yöntemlerini ve veri kaybını ortadan kaldırmak.</a:t>
            </a:r>
            <a:endParaRPr lang="tr-TR" dirty="0"/>
          </a:p>
        </p:txBody>
      </p:sp>
      <p:sp>
        <p:nvSpPr>
          <p:cNvPr id="11" name="Dikdörtgen 10"/>
          <p:cNvSpPr/>
          <p:nvPr/>
        </p:nvSpPr>
        <p:spPr>
          <a:xfrm>
            <a:off x="451945" y="305328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/>
              <a:t>Dijital ve Akıllı Asistan:</a:t>
            </a:r>
            <a:r>
              <a:rPr lang="tr-TR" dirty="0" smtClean="0"/>
              <a:t> Çalışma saatlerini, deneme sonuçlarını ve hedefleri modern bir </a:t>
            </a:r>
            <a:r>
              <a:rPr lang="tr-TR" dirty="0" err="1" smtClean="0"/>
              <a:t>arayüzde</a:t>
            </a:r>
            <a:r>
              <a:rPr lang="tr-TR" dirty="0" smtClean="0"/>
              <a:t> toplamak.</a:t>
            </a:r>
            <a:endParaRPr lang="tr-TR" dirty="0"/>
          </a:p>
        </p:txBody>
      </p:sp>
      <p:sp>
        <p:nvSpPr>
          <p:cNvPr id="12" name="Dikdörtgen 11"/>
          <p:cNvSpPr/>
          <p:nvPr/>
        </p:nvSpPr>
        <p:spPr>
          <a:xfrm>
            <a:off x="451945" y="42409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/>
              <a:t>Gelişim Analizi:</a:t>
            </a:r>
            <a:r>
              <a:rPr lang="tr-TR" dirty="0" smtClean="0"/>
              <a:t> Net gelişimini ve ders dağılımını grafiklerle (Pasta/</a:t>
            </a:r>
            <a:r>
              <a:rPr lang="tr-TR" dirty="0" err="1" smtClean="0"/>
              <a:t>Spline</a:t>
            </a:r>
            <a:r>
              <a:rPr lang="tr-TR" dirty="0" smtClean="0"/>
              <a:t>) anlık olarak görmek</a:t>
            </a:r>
            <a:endParaRPr lang="tr-TR" dirty="0"/>
          </a:p>
        </p:txBody>
      </p:sp>
      <p:sp>
        <p:nvSpPr>
          <p:cNvPr id="13" name="Dikdörtgen 12"/>
          <p:cNvSpPr/>
          <p:nvPr/>
        </p:nvSpPr>
        <p:spPr>
          <a:xfrm>
            <a:off x="536028" y="54286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/>
              <a:t>Disiplin ve Hedef Odaklılık:</a:t>
            </a:r>
            <a:r>
              <a:rPr lang="tr-TR" dirty="0" smtClean="0"/>
              <a:t> Dinamik geri sayım ve çalışma saati sınırlarıyla öğrenciyi motive etmek.</a:t>
            </a:r>
            <a:endParaRPr lang="tr-TR" dirty="0"/>
          </a:p>
        </p:txBody>
      </p:sp>
      <p:pic>
        <p:nvPicPr>
          <p:cNvPr id="2054" name="Picture 6" descr="https://cdn.gamma.app/vznklxl1ibcp5v6/generated-images/v6wSntejrx7y0Hed0TGR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931" y="0"/>
            <a:ext cx="5150069" cy="686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404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Yuvarlatılmış Dikdörtgen 13"/>
          <p:cNvSpPr/>
          <p:nvPr/>
        </p:nvSpPr>
        <p:spPr>
          <a:xfrm>
            <a:off x="6379779" y="2494071"/>
            <a:ext cx="5570483" cy="1226698"/>
          </a:xfrm>
          <a:prstGeom prst="roundRect">
            <a:avLst/>
          </a:prstGeom>
          <a:solidFill>
            <a:srgbClr val="3D2E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Yuvarlatılmış Dikdörtgen 12"/>
          <p:cNvSpPr/>
          <p:nvPr/>
        </p:nvSpPr>
        <p:spPr>
          <a:xfrm>
            <a:off x="6379779" y="1173703"/>
            <a:ext cx="5570483" cy="1226698"/>
          </a:xfrm>
          <a:prstGeom prst="roundRect">
            <a:avLst/>
          </a:prstGeom>
          <a:solidFill>
            <a:srgbClr val="3D2E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Yuvarlatılmış Dikdörtgen 16"/>
          <p:cNvSpPr/>
          <p:nvPr/>
        </p:nvSpPr>
        <p:spPr>
          <a:xfrm>
            <a:off x="283779" y="5377803"/>
            <a:ext cx="5665076" cy="1226698"/>
          </a:xfrm>
          <a:prstGeom prst="roundRect">
            <a:avLst/>
          </a:prstGeom>
          <a:solidFill>
            <a:srgbClr val="3D2E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Yuvarlatılmış Dikdörtgen 15"/>
          <p:cNvSpPr/>
          <p:nvPr/>
        </p:nvSpPr>
        <p:spPr>
          <a:xfrm>
            <a:off x="283779" y="4088706"/>
            <a:ext cx="5665076" cy="1226698"/>
          </a:xfrm>
          <a:prstGeom prst="roundRect">
            <a:avLst/>
          </a:prstGeom>
          <a:solidFill>
            <a:srgbClr val="3D2E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Yuvarlatılmış Dikdörtgen 14"/>
          <p:cNvSpPr/>
          <p:nvPr/>
        </p:nvSpPr>
        <p:spPr>
          <a:xfrm>
            <a:off x="283779" y="2494071"/>
            <a:ext cx="5665076" cy="1226698"/>
          </a:xfrm>
          <a:prstGeom prst="roundRect">
            <a:avLst/>
          </a:prstGeom>
          <a:solidFill>
            <a:srgbClr val="3D2E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Yuvarlatılmış Dikdörtgen 10"/>
          <p:cNvSpPr/>
          <p:nvPr/>
        </p:nvSpPr>
        <p:spPr>
          <a:xfrm>
            <a:off x="283779" y="1208628"/>
            <a:ext cx="5665076" cy="1226698"/>
          </a:xfrm>
          <a:prstGeom prst="roundRect">
            <a:avLst/>
          </a:prstGeom>
          <a:solidFill>
            <a:srgbClr val="3D2E76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Dikdörtgen 3"/>
          <p:cNvSpPr/>
          <p:nvPr/>
        </p:nvSpPr>
        <p:spPr>
          <a:xfrm>
            <a:off x="283779" y="149314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smtClean="0">
                <a:solidFill>
                  <a:schemeClr val="bg1"/>
                </a:solidFill>
              </a:rPr>
              <a:t>Her deneme sınavından sonra doğru, yanlış ve boş soruları girerek anında net sonuçlarınızı görün. Otomatik puan hesaplama ve başarı yüzdesi analizi.</a:t>
            </a:r>
          </a:p>
        </p:txBody>
      </p:sp>
      <p:sp>
        <p:nvSpPr>
          <p:cNvPr id="5" name="Dikdörtgen 4"/>
          <p:cNvSpPr/>
          <p:nvPr/>
        </p:nvSpPr>
        <p:spPr>
          <a:xfrm>
            <a:off x="6474373" y="1193186"/>
            <a:ext cx="54758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Dark </a:t>
            </a:r>
            <a:r>
              <a:rPr lang="tr-TR" b="1" dirty="0" err="1" smtClean="0">
                <a:solidFill>
                  <a:schemeClr val="bg1"/>
                </a:solidFill>
              </a:rPr>
              <a:t>Mod</a:t>
            </a:r>
            <a:endParaRPr lang="tr-TR" b="1" dirty="0" smtClean="0">
              <a:solidFill>
                <a:schemeClr val="bg1"/>
              </a:solidFill>
            </a:endParaRPr>
          </a:p>
          <a:p>
            <a:r>
              <a:rPr lang="tr-TR" dirty="0" smtClean="0">
                <a:solidFill>
                  <a:schemeClr val="bg1"/>
                </a:solidFill>
              </a:rPr>
              <a:t>Gece geç saatlerde çalışırken göz yorgunluğunu azaltan karanlık tema desteği</a:t>
            </a:r>
          </a:p>
        </p:txBody>
      </p:sp>
      <p:sp>
        <p:nvSpPr>
          <p:cNvPr id="6" name="Dikdörtgen 5"/>
          <p:cNvSpPr/>
          <p:nvPr/>
        </p:nvSpPr>
        <p:spPr>
          <a:xfrm>
            <a:off x="442718" y="396031"/>
            <a:ext cx="64684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Projede Öne Çıkan Özellikler</a:t>
            </a:r>
            <a:endParaRPr lang="tr-TR" sz="3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283779" y="2594908"/>
            <a:ext cx="58963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Haftalık Çalışma Takibi</a:t>
            </a:r>
          </a:p>
          <a:p>
            <a:r>
              <a:rPr lang="tr-TR" dirty="0" smtClean="0">
                <a:solidFill>
                  <a:schemeClr val="bg1"/>
                </a:solidFill>
              </a:rPr>
              <a:t>Haftalık çalışma saatlerinizi kaydedip çalışma alışkanlıklarınızın görsel analizini alın.</a:t>
            </a:r>
          </a:p>
        </p:txBody>
      </p:sp>
      <p:sp>
        <p:nvSpPr>
          <p:cNvPr id="8" name="Dikdörtgen 7"/>
          <p:cNvSpPr/>
          <p:nvPr/>
        </p:nvSpPr>
        <p:spPr>
          <a:xfrm>
            <a:off x="283779" y="412974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Dinamik Sınav Geri Sayımı</a:t>
            </a:r>
          </a:p>
          <a:p>
            <a:r>
              <a:rPr lang="tr-TR" dirty="0" smtClean="0">
                <a:solidFill>
                  <a:schemeClr val="bg1"/>
                </a:solidFill>
              </a:rPr>
              <a:t>DGS sınav tarihinize kalan günü otomatik olarak takip edin. Motivasyonunuzu artıran anlık geri sayım göstergesi.</a:t>
            </a:r>
          </a:p>
        </p:txBody>
      </p:sp>
      <p:sp>
        <p:nvSpPr>
          <p:cNvPr id="9" name="Dikdörtgen 8"/>
          <p:cNvSpPr/>
          <p:nvPr/>
        </p:nvSpPr>
        <p:spPr>
          <a:xfrm>
            <a:off x="283779" y="5359788"/>
            <a:ext cx="55704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Veri Kalıcılığı</a:t>
            </a:r>
          </a:p>
          <a:p>
            <a:r>
              <a:rPr lang="tr-TR" dirty="0" smtClean="0">
                <a:solidFill>
                  <a:schemeClr val="bg1"/>
                </a:solidFill>
              </a:rPr>
              <a:t>Tüm verileriniz yerel dosyalarda güvenli bir şekilde saklanır. Sistem yeniden başlatmalar veya hatalar sonrasında bile verileriniz korunur.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6474373" y="2589694"/>
            <a:ext cx="53918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Veri Görselleştirme</a:t>
            </a:r>
          </a:p>
          <a:p>
            <a:r>
              <a:rPr lang="tr-TR" dirty="0" err="1" smtClean="0">
                <a:solidFill>
                  <a:schemeClr val="bg1"/>
                </a:solidFill>
              </a:rPr>
              <a:t>Pie</a:t>
            </a:r>
            <a:r>
              <a:rPr lang="tr-TR" dirty="0" smtClean="0">
                <a:solidFill>
                  <a:schemeClr val="bg1"/>
                </a:solidFill>
              </a:rPr>
              <a:t> </a:t>
            </a:r>
            <a:r>
              <a:rPr lang="tr-TR" dirty="0" err="1" smtClean="0">
                <a:solidFill>
                  <a:schemeClr val="bg1"/>
                </a:solidFill>
              </a:rPr>
              <a:t>chart</a:t>
            </a:r>
            <a:r>
              <a:rPr lang="tr-TR" dirty="0" smtClean="0">
                <a:solidFill>
                  <a:schemeClr val="bg1"/>
                </a:solidFill>
              </a:rPr>
              <a:t> ile net dağılımınızın görsel analizi, </a:t>
            </a:r>
            <a:r>
              <a:rPr lang="tr-TR" dirty="0" err="1" smtClean="0">
                <a:solidFill>
                  <a:schemeClr val="bg1"/>
                </a:solidFill>
              </a:rPr>
              <a:t>spline</a:t>
            </a:r>
            <a:r>
              <a:rPr lang="tr-TR" dirty="0" smtClean="0">
                <a:solidFill>
                  <a:schemeClr val="bg1"/>
                </a:solidFill>
              </a:rPr>
              <a:t> </a:t>
            </a:r>
            <a:r>
              <a:rPr lang="tr-TR" dirty="0" err="1" smtClean="0">
                <a:solidFill>
                  <a:schemeClr val="bg1"/>
                </a:solidFill>
              </a:rPr>
              <a:t>chart</a:t>
            </a:r>
            <a:r>
              <a:rPr lang="tr-TR" dirty="0" smtClean="0">
                <a:solidFill>
                  <a:schemeClr val="bg1"/>
                </a:solidFill>
              </a:rPr>
              <a:t> ile çalışma saatlerinizin zamansal eğilimini takip edin. İstatistiklerinizin görsel özetini anında görün.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283779" y="1205643"/>
            <a:ext cx="3174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Gerçek Zamanlı Net Hesaplama</a:t>
            </a:r>
            <a:endParaRPr lang="tr-TR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92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E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3699640" y="3184635"/>
            <a:ext cx="54443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8000" dirty="0" smtClean="0">
                <a:solidFill>
                  <a:schemeClr val="bg1"/>
                </a:solidFill>
              </a:rPr>
              <a:t>Teşekkürler..</a:t>
            </a:r>
            <a:endParaRPr lang="tr-TR" sz="8000" dirty="0">
              <a:solidFill>
                <a:schemeClr val="bg1"/>
              </a:solidFill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2832537" y="2023242"/>
            <a:ext cx="67791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8000" dirty="0" smtClean="0">
                <a:solidFill>
                  <a:schemeClr val="bg1"/>
                </a:solidFill>
              </a:rPr>
              <a:t>Dinlediğiniz İçin</a:t>
            </a:r>
            <a:endParaRPr lang="tr-TR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5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207</Words>
  <Application>Microsoft Office PowerPoint</Application>
  <PresentationFormat>Geniş ekran</PresentationFormat>
  <Paragraphs>25</Paragraphs>
  <Slides>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PC KULLANICISI</dc:creator>
  <cp:lastModifiedBy>PC KULLANICISI</cp:lastModifiedBy>
  <cp:revision>4</cp:revision>
  <dcterms:created xsi:type="dcterms:W3CDTF">2026-05-06T21:14:42Z</dcterms:created>
  <dcterms:modified xsi:type="dcterms:W3CDTF">2026-05-06T21:39:37Z</dcterms:modified>
</cp:coreProperties>
</file>